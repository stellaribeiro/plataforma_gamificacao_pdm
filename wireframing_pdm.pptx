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3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447303" y="2965826"/>
            <a:ext cx="7772400" cy="4253623"/>
          </a:xfrm>
          <a:custGeom>
            <a:avLst/>
            <a:gdLst/>
            <a:ahLst/>
            <a:cxnLst/>
            <a:rect r="r" b="b" t="t" l="l"/>
            <a:pathLst>
              <a:path h="4253623" w="7772400">
                <a:moveTo>
                  <a:pt x="0" y="0"/>
                </a:moveTo>
                <a:lnTo>
                  <a:pt x="7772400" y="0"/>
                </a:lnTo>
                <a:lnTo>
                  <a:pt x="7772400" y="4253622"/>
                </a:lnTo>
                <a:lnTo>
                  <a:pt x="0" y="4253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5273169" y="3016689"/>
            <a:ext cx="7772400" cy="4253623"/>
          </a:xfrm>
          <a:custGeom>
            <a:avLst/>
            <a:gdLst/>
            <a:ahLst/>
            <a:cxnLst/>
            <a:rect r="r" b="b" t="t" l="l"/>
            <a:pathLst>
              <a:path h="4253623" w="7772400">
                <a:moveTo>
                  <a:pt x="0" y="0"/>
                </a:moveTo>
                <a:lnTo>
                  <a:pt x="7772400" y="0"/>
                </a:lnTo>
                <a:lnTo>
                  <a:pt x="7772400" y="4253622"/>
                </a:lnTo>
                <a:lnTo>
                  <a:pt x="0" y="4253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0989111" y="3016689"/>
            <a:ext cx="7772400" cy="4253623"/>
          </a:xfrm>
          <a:custGeom>
            <a:avLst/>
            <a:gdLst/>
            <a:ahLst/>
            <a:cxnLst/>
            <a:rect r="r" b="b" t="t" l="l"/>
            <a:pathLst>
              <a:path h="4253623" w="7772400">
                <a:moveTo>
                  <a:pt x="0" y="0"/>
                </a:moveTo>
                <a:lnTo>
                  <a:pt x="7772400" y="0"/>
                </a:lnTo>
                <a:lnTo>
                  <a:pt x="7772400" y="4253622"/>
                </a:lnTo>
                <a:lnTo>
                  <a:pt x="0" y="4253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83973" y="1590599"/>
            <a:ext cx="1819325" cy="745923"/>
          </a:xfrm>
          <a:custGeom>
            <a:avLst/>
            <a:gdLst/>
            <a:ahLst/>
            <a:cxnLst/>
            <a:rect r="r" b="b" t="t" l="l"/>
            <a:pathLst>
              <a:path h="745923" w="1819325">
                <a:moveTo>
                  <a:pt x="0" y="0"/>
                </a:moveTo>
                <a:lnTo>
                  <a:pt x="1819325" y="0"/>
                </a:lnTo>
                <a:lnTo>
                  <a:pt x="1819325" y="745923"/>
                </a:lnTo>
                <a:lnTo>
                  <a:pt x="0" y="7459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29972" y="1590599"/>
            <a:ext cx="745923" cy="745923"/>
          </a:xfrm>
          <a:custGeom>
            <a:avLst/>
            <a:gdLst/>
            <a:ahLst/>
            <a:cxnLst/>
            <a:rect r="r" b="b" t="t" l="l"/>
            <a:pathLst>
              <a:path h="745923" w="745923">
                <a:moveTo>
                  <a:pt x="0" y="0"/>
                </a:moveTo>
                <a:lnTo>
                  <a:pt x="745924" y="0"/>
                </a:lnTo>
                <a:lnTo>
                  <a:pt x="745924" y="745923"/>
                </a:lnTo>
                <a:lnTo>
                  <a:pt x="0" y="7459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2583973" y="1628487"/>
            <a:ext cx="1819325" cy="66192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2583973" y="1651750"/>
            <a:ext cx="1819325" cy="6386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4536648" y="1665791"/>
            <a:ext cx="739247" cy="62462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4536648" y="1590599"/>
            <a:ext cx="739247" cy="6998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873361" y="5255650"/>
            <a:ext cx="3173099" cy="2232708"/>
          </a:xfrm>
          <a:custGeom>
            <a:avLst/>
            <a:gdLst/>
            <a:ahLst/>
            <a:cxnLst/>
            <a:rect r="r" b="b" t="t" l="l"/>
            <a:pathLst>
              <a:path h="2232708" w="3173099">
                <a:moveTo>
                  <a:pt x="0" y="0"/>
                </a:moveTo>
                <a:lnTo>
                  <a:pt x="3173099" y="0"/>
                </a:lnTo>
                <a:lnTo>
                  <a:pt x="3173099" y="2232708"/>
                </a:lnTo>
                <a:lnTo>
                  <a:pt x="0" y="22327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2659356" y="2610803"/>
            <a:ext cx="1583466" cy="3155458"/>
          </a:xfrm>
          <a:custGeom>
            <a:avLst/>
            <a:gdLst/>
            <a:ahLst/>
            <a:cxnLst/>
            <a:rect r="r" b="b" t="t" l="l"/>
            <a:pathLst>
              <a:path h="3155458" w="1583466">
                <a:moveTo>
                  <a:pt x="0" y="0"/>
                </a:moveTo>
                <a:lnTo>
                  <a:pt x="1583466" y="0"/>
                </a:lnTo>
                <a:lnTo>
                  <a:pt x="1583466" y="3155457"/>
                </a:lnTo>
                <a:lnTo>
                  <a:pt x="0" y="31554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891003" y="7962571"/>
            <a:ext cx="745923" cy="745923"/>
          </a:xfrm>
          <a:custGeom>
            <a:avLst/>
            <a:gdLst/>
            <a:ahLst/>
            <a:cxnLst/>
            <a:rect r="r" b="b" t="t" l="l"/>
            <a:pathLst>
              <a:path h="745923" w="745923">
                <a:moveTo>
                  <a:pt x="0" y="0"/>
                </a:moveTo>
                <a:lnTo>
                  <a:pt x="745923" y="0"/>
                </a:lnTo>
                <a:lnTo>
                  <a:pt x="745923" y="745923"/>
                </a:lnTo>
                <a:lnTo>
                  <a:pt x="0" y="7459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244777" y="7962571"/>
            <a:ext cx="1819325" cy="745923"/>
          </a:xfrm>
          <a:custGeom>
            <a:avLst/>
            <a:gdLst/>
            <a:ahLst/>
            <a:cxnLst/>
            <a:rect r="r" b="b" t="t" l="l"/>
            <a:pathLst>
              <a:path h="745923" w="1819325">
                <a:moveTo>
                  <a:pt x="0" y="0"/>
                </a:moveTo>
                <a:lnTo>
                  <a:pt x="1819325" y="0"/>
                </a:lnTo>
                <a:lnTo>
                  <a:pt x="1819325" y="745923"/>
                </a:lnTo>
                <a:lnTo>
                  <a:pt x="0" y="7459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flipV="true">
            <a:off x="8912849" y="1257300"/>
            <a:ext cx="0" cy="77724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7464803" y="1651750"/>
            <a:ext cx="1013536" cy="1013536"/>
          </a:xfrm>
          <a:custGeom>
            <a:avLst/>
            <a:gdLst/>
            <a:ahLst/>
            <a:cxnLst/>
            <a:rect r="r" b="b" t="t" l="l"/>
            <a:pathLst>
              <a:path h="1013536" w="1013536">
                <a:moveTo>
                  <a:pt x="0" y="0"/>
                </a:moveTo>
                <a:lnTo>
                  <a:pt x="1013536" y="0"/>
                </a:lnTo>
                <a:lnTo>
                  <a:pt x="1013536" y="1013536"/>
                </a:lnTo>
                <a:lnTo>
                  <a:pt x="0" y="101353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464803" y="3174995"/>
            <a:ext cx="1013536" cy="1013536"/>
          </a:xfrm>
          <a:custGeom>
            <a:avLst/>
            <a:gdLst/>
            <a:ahLst/>
            <a:cxnLst/>
            <a:rect r="r" b="b" t="t" l="l"/>
            <a:pathLst>
              <a:path h="1013536" w="1013536">
                <a:moveTo>
                  <a:pt x="0" y="0"/>
                </a:moveTo>
                <a:lnTo>
                  <a:pt x="1013536" y="0"/>
                </a:lnTo>
                <a:lnTo>
                  <a:pt x="1013536" y="1013537"/>
                </a:lnTo>
                <a:lnTo>
                  <a:pt x="0" y="10135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464803" y="4698241"/>
            <a:ext cx="1013536" cy="1013536"/>
          </a:xfrm>
          <a:custGeom>
            <a:avLst/>
            <a:gdLst/>
            <a:ahLst/>
            <a:cxnLst/>
            <a:rect r="r" b="b" t="t" l="l"/>
            <a:pathLst>
              <a:path h="1013536" w="1013536">
                <a:moveTo>
                  <a:pt x="0" y="0"/>
                </a:moveTo>
                <a:lnTo>
                  <a:pt x="1013536" y="0"/>
                </a:lnTo>
                <a:lnTo>
                  <a:pt x="1013536" y="1013536"/>
                </a:lnTo>
                <a:lnTo>
                  <a:pt x="0" y="101353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464803" y="6221486"/>
            <a:ext cx="1013536" cy="1013536"/>
          </a:xfrm>
          <a:custGeom>
            <a:avLst/>
            <a:gdLst/>
            <a:ahLst/>
            <a:cxnLst/>
            <a:rect r="r" b="b" t="t" l="l"/>
            <a:pathLst>
              <a:path h="1013536" w="1013536">
                <a:moveTo>
                  <a:pt x="0" y="0"/>
                </a:moveTo>
                <a:lnTo>
                  <a:pt x="1013536" y="0"/>
                </a:lnTo>
                <a:lnTo>
                  <a:pt x="1013536" y="1013537"/>
                </a:lnTo>
                <a:lnTo>
                  <a:pt x="0" y="10135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464803" y="7744732"/>
            <a:ext cx="1013536" cy="1013536"/>
          </a:xfrm>
          <a:custGeom>
            <a:avLst/>
            <a:gdLst/>
            <a:ahLst/>
            <a:cxnLst/>
            <a:rect r="r" b="b" t="t" l="l"/>
            <a:pathLst>
              <a:path h="1013536" w="1013536">
                <a:moveTo>
                  <a:pt x="0" y="0"/>
                </a:moveTo>
                <a:lnTo>
                  <a:pt x="1013536" y="0"/>
                </a:lnTo>
                <a:lnTo>
                  <a:pt x="1013536" y="1013536"/>
                </a:lnTo>
                <a:lnTo>
                  <a:pt x="0" y="101353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1" id="21"/>
          <p:cNvSpPr/>
          <p:nvPr/>
        </p:nvSpPr>
        <p:spPr>
          <a:xfrm flipV="true">
            <a:off x="7477677" y="1680543"/>
            <a:ext cx="966061" cy="96606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H="true" flipV="true">
            <a:off x="7522407" y="1651750"/>
            <a:ext cx="921331" cy="101353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V="true">
            <a:off x="7477677" y="3174995"/>
            <a:ext cx="1000662" cy="99949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H="true" flipV="true">
            <a:off x="7478273" y="3188466"/>
            <a:ext cx="1000066" cy="9440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V="true">
            <a:off x="7477677" y="4749767"/>
            <a:ext cx="943328" cy="94332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H="true" flipV="true">
            <a:off x="7476583" y="4708328"/>
            <a:ext cx="967155" cy="96161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V="true">
            <a:off x="7477677" y="6285176"/>
            <a:ext cx="943328" cy="93580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H="true" flipV="true">
            <a:off x="7478273" y="6230073"/>
            <a:ext cx="942731" cy="95160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V="true">
            <a:off x="7477677" y="7787234"/>
            <a:ext cx="1035557" cy="95699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7522407" y="7787234"/>
            <a:ext cx="898598" cy="97103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1" id="31"/>
          <p:cNvSpPr/>
          <p:nvPr/>
        </p:nvSpPr>
        <p:spPr>
          <a:xfrm flipH="false" flipV="false" rot="-5400000">
            <a:off x="8992891" y="3204384"/>
            <a:ext cx="1808210" cy="1968295"/>
          </a:xfrm>
          <a:custGeom>
            <a:avLst/>
            <a:gdLst/>
            <a:ahLst/>
            <a:cxnLst/>
            <a:rect r="r" b="b" t="t" l="l"/>
            <a:pathLst>
              <a:path h="1968295" w="1808210">
                <a:moveTo>
                  <a:pt x="0" y="0"/>
                </a:moveTo>
                <a:lnTo>
                  <a:pt x="1808210" y="0"/>
                </a:lnTo>
                <a:lnTo>
                  <a:pt x="1808210" y="1968295"/>
                </a:lnTo>
                <a:lnTo>
                  <a:pt x="0" y="196829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38429" r="0" b="0"/>
            </a:stretch>
          </a:blipFill>
        </p:spPr>
      </p:sp>
      <p:sp>
        <p:nvSpPr>
          <p:cNvPr name="AutoShape 32" id="32"/>
          <p:cNvSpPr/>
          <p:nvPr/>
        </p:nvSpPr>
        <p:spPr>
          <a:xfrm flipV="true">
            <a:off x="1720783" y="1651750"/>
            <a:ext cx="731992" cy="67178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3" id="33"/>
          <p:cNvSpPr/>
          <p:nvPr/>
        </p:nvSpPr>
        <p:spPr>
          <a:xfrm flipH="false" flipV="false" rot="0">
            <a:off x="1706852" y="1590599"/>
            <a:ext cx="745923" cy="745923"/>
          </a:xfrm>
          <a:custGeom>
            <a:avLst/>
            <a:gdLst/>
            <a:ahLst/>
            <a:cxnLst/>
            <a:rect r="r" b="b" t="t" l="l"/>
            <a:pathLst>
              <a:path h="745923" w="745923">
                <a:moveTo>
                  <a:pt x="0" y="0"/>
                </a:moveTo>
                <a:lnTo>
                  <a:pt x="745923" y="0"/>
                </a:lnTo>
                <a:lnTo>
                  <a:pt x="745923" y="745923"/>
                </a:lnTo>
                <a:lnTo>
                  <a:pt x="0" y="7459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34" id="34"/>
          <p:cNvSpPr/>
          <p:nvPr/>
        </p:nvSpPr>
        <p:spPr>
          <a:xfrm flipH="true" flipV="true">
            <a:off x="1692108" y="1623533"/>
            <a:ext cx="757465" cy="68005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flipV="true">
            <a:off x="1890727" y="5272650"/>
            <a:ext cx="3206590" cy="21987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1897516" y="3414701"/>
            <a:ext cx="3044703" cy="153935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1881956" y="5272650"/>
            <a:ext cx="3146862" cy="215961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 flipV="true">
            <a:off x="1907848" y="3446737"/>
            <a:ext cx="3120971" cy="151752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 flipV="true">
            <a:off x="3253107" y="7962571"/>
            <a:ext cx="1880465" cy="72879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 flipH="true" flipV="true">
            <a:off x="3261246" y="7979795"/>
            <a:ext cx="1785215" cy="72869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 flipV="true">
            <a:off x="1914732" y="8005320"/>
            <a:ext cx="722194" cy="66827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flipH="true" flipV="true">
            <a:off x="1923332" y="7973668"/>
            <a:ext cx="660641" cy="77055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3" id="43"/>
          <p:cNvSpPr/>
          <p:nvPr/>
        </p:nvSpPr>
        <p:spPr>
          <a:xfrm flipH="false" flipV="false" rot="-5400000">
            <a:off x="8847729" y="5454943"/>
            <a:ext cx="2098535" cy="1968295"/>
          </a:xfrm>
          <a:custGeom>
            <a:avLst/>
            <a:gdLst/>
            <a:ahLst/>
            <a:cxnLst/>
            <a:rect r="r" b="b" t="t" l="l"/>
            <a:pathLst>
              <a:path h="1968295" w="2098535">
                <a:moveTo>
                  <a:pt x="0" y="0"/>
                </a:moveTo>
                <a:lnTo>
                  <a:pt x="2098535" y="0"/>
                </a:lnTo>
                <a:lnTo>
                  <a:pt x="2098535" y="1968294"/>
                </a:lnTo>
                <a:lnTo>
                  <a:pt x="0" y="196829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60655" r="0" b="0"/>
            </a:stretch>
          </a:blipFill>
        </p:spPr>
      </p:sp>
      <p:sp>
        <p:nvSpPr>
          <p:cNvPr name="AutoShape 44" id="44"/>
          <p:cNvSpPr/>
          <p:nvPr/>
        </p:nvSpPr>
        <p:spPr>
          <a:xfrm>
            <a:off x="8912849" y="4096018"/>
            <a:ext cx="1959699" cy="97961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>
            <a:off x="8855414" y="6285176"/>
            <a:ext cx="2008616" cy="116923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6" id="46"/>
          <p:cNvSpPr/>
          <p:nvPr/>
        </p:nvSpPr>
        <p:spPr>
          <a:xfrm flipH="false" flipV="false" rot="0">
            <a:off x="10126625" y="1665791"/>
            <a:ext cx="745923" cy="745923"/>
          </a:xfrm>
          <a:custGeom>
            <a:avLst/>
            <a:gdLst/>
            <a:ahLst/>
            <a:cxnLst/>
            <a:rect r="r" b="b" t="t" l="l"/>
            <a:pathLst>
              <a:path h="745923" w="745923">
                <a:moveTo>
                  <a:pt x="0" y="0"/>
                </a:moveTo>
                <a:lnTo>
                  <a:pt x="745923" y="0"/>
                </a:lnTo>
                <a:lnTo>
                  <a:pt x="745923" y="745923"/>
                </a:lnTo>
                <a:lnTo>
                  <a:pt x="0" y="7459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47" id="47"/>
          <p:cNvSpPr/>
          <p:nvPr/>
        </p:nvSpPr>
        <p:spPr>
          <a:xfrm>
            <a:off x="10135143" y="1682831"/>
            <a:ext cx="688938" cy="64069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 flipV="true">
            <a:off x="10132930" y="1709711"/>
            <a:ext cx="731100" cy="68727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9" id="49"/>
          <p:cNvSpPr/>
          <p:nvPr/>
        </p:nvSpPr>
        <p:spPr>
          <a:xfrm flipH="false" flipV="false" rot="0">
            <a:off x="8912849" y="1682831"/>
            <a:ext cx="1015559" cy="745923"/>
          </a:xfrm>
          <a:custGeom>
            <a:avLst/>
            <a:gdLst/>
            <a:ahLst/>
            <a:cxnLst/>
            <a:rect r="r" b="b" t="t" l="l"/>
            <a:pathLst>
              <a:path h="745923" w="1015559">
                <a:moveTo>
                  <a:pt x="0" y="0"/>
                </a:moveTo>
                <a:lnTo>
                  <a:pt x="1015559" y="0"/>
                </a:lnTo>
                <a:lnTo>
                  <a:pt x="1015559" y="745923"/>
                </a:lnTo>
                <a:lnTo>
                  <a:pt x="0" y="7459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9145" t="0" r="0" b="0"/>
            </a:stretch>
          </a:blipFill>
        </p:spPr>
      </p:sp>
      <p:sp>
        <p:nvSpPr>
          <p:cNvPr name="AutoShape 50" id="50"/>
          <p:cNvSpPr/>
          <p:nvPr/>
        </p:nvSpPr>
        <p:spPr>
          <a:xfrm flipV="true">
            <a:off x="8791824" y="1683766"/>
            <a:ext cx="1130274" cy="47475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>
            <a:off x="8880617" y="2096871"/>
            <a:ext cx="1047791" cy="31398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 flipV="true">
            <a:off x="9031248" y="8030107"/>
            <a:ext cx="1880465" cy="72879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3" id="53"/>
          <p:cNvSpPr/>
          <p:nvPr/>
        </p:nvSpPr>
        <p:spPr>
          <a:xfrm flipH="false" flipV="false" rot="0">
            <a:off x="9061818" y="8012345"/>
            <a:ext cx="1819325" cy="745923"/>
          </a:xfrm>
          <a:custGeom>
            <a:avLst/>
            <a:gdLst/>
            <a:ahLst/>
            <a:cxnLst/>
            <a:rect r="r" b="b" t="t" l="l"/>
            <a:pathLst>
              <a:path h="745923" w="1819325">
                <a:moveTo>
                  <a:pt x="0" y="0"/>
                </a:moveTo>
                <a:lnTo>
                  <a:pt x="1819326" y="0"/>
                </a:lnTo>
                <a:lnTo>
                  <a:pt x="1819326" y="745923"/>
                </a:lnTo>
                <a:lnTo>
                  <a:pt x="0" y="7459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54" id="54"/>
          <p:cNvSpPr/>
          <p:nvPr/>
        </p:nvSpPr>
        <p:spPr>
          <a:xfrm flipH="true" flipV="true">
            <a:off x="9033138" y="8043030"/>
            <a:ext cx="1876685" cy="73847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 flipV="true">
            <a:off x="8912849" y="5404612"/>
            <a:ext cx="1917719" cy="12228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 flipV="true">
            <a:off x="8912849" y="3300489"/>
            <a:ext cx="1927962" cy="111243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7" id="57"/>
          <p:cNvSpPr/>
          <p:nvPr/>
        </p:nvSpPr>
        <p:spPr>
          <a:xfrm flipH="false" flipV="false" rot="0">
            <a:off x="13299507" y="2665286"/>
            <a:ext cx="1474813" cy="1474813"/>
          </a:xfrm>
          <a:custGeom>
            <a:avLst/>
            <a:gdLst/>
            <a:ahLst/>
            <a:cxnLst/>
            <a:rect r="r" b="b" t="t" l="l"/>
            <a:pathLst>
              <a:path h="1474813" w="1474813">
                <a:moveTo>
                  <a:pt x="0" y="0"/>
                </a:moveTo>
                <a:lnTo>
                  <a:pt x="1474813" y="0"/>
                </a:lnTo>
                <a:lnTo>
                  <a:pt x="1474813" y="1474813"/>
                </a:lnTo>
                <a:lnTo>
                  <a:pt x="0" y="14748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5247924" y="4857565"/>
            <a:ext cx="1474813" cy="1474813"/>
          </a:xfrm>
          <a:custGeom>
            <a:avLst/>
            <a:gdLst/>
            <a:ahLst/>
            <a:cxnLst/>
            <a:rect r="r" b="b" t="t" l="l"/>
            <a:pathLst>
              <a:path h="1474813" w="1474813">
                <a:moveTo>
                  <a:pt x="0" y="0"/>
                </a:moveTo>
                <a:lnTo>
                  <a:pt x="1474813" y="0"/>
                </a:lnTo>
                <a:lnTo>
                  <a:pt x="1474813" y="1474813"/>
                </a:lnTo>
                <a:lnTo>
                  <a:pt x="0" y="14748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3286430" y="6860719"/>
            <a:ext cx="1474813" cy="1474813"/>
          </a:xfrm>
          <a:custGeom>
            <a:avLst/>
            <a:gdLst/>
            <a:ahLst/>
            <a:cxnLst/>
            <a:rect r="r" b="b" t="t" l="l"/>
            <a:pathLst>
              <a:path h="1474813" w="1474813">
                <a:moveTo>
                  <a:pt x="0" y="0"/>
                </a:moveTo>
                <a:lnTo>
                  <a:pt x="1474813" y="0"/>
                </a:lnTo>
                <a:lnTo>
                  <a:pt x="1474813" y="1474813"/>
                </a:lnTo>
                <a:lnTo>
                  <a:pt x="0" y="14748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-5400000">
            <a:off x="15298603" y="2664736"/>
            <a:ext cx="1037929" cy="1564002"/>
          </a:xfrm>
          <a:custGeom>
            <a:avLst/>
            <a:gdLst/>
            <a:ahLst/>
            <a:cxnLst/>
            <a:rect r="r" b="b" t="t" l="l"/>
            <a:pathLst>
              <a:path h="1564002" w="1037929">
                <a:moveTo>
                  <a:pt x="0" y="0"/>
                </a:moveTo>
                <a:lnTo>
                  <a:pt x="1037929" y="0"/>
                </a:lnTo>
                <a:lnTo>
                  <a:pt x="1037929" y="1564002"/>
                </a:lnTo>
                <a:lnTo>
                  <a:pt x="0" y="156400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-5400000">
            <a:off x="13592723" y="4765768"/>
            <a:ext cx="1037929" cy="1564002"/>
          </a:xfrm>
          <a:custGeom>
            <a:avLst/>
            <a:gdLst/>
            <a:ahLst/>
            <a:cxnLst/>
            <a:rect r="r" b="b" t="t" l="l"/>
            <a:pathLst>
              <a:path h="1564002" w="1037929">
                <a:moveTo>
                  <a:pt x="0" y="0"/>
                </a:moveTo>
                <a:lnTo>
                  <a:pt x="1037929" y="0"/>
                </a:lnTo>
                <a:lnTo>
                  <a:pt x="1037929" y="1564002"/>
                </a:lnTo>
                <a:lnTo>
                  <a:pt x="0" y="156400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-5400000">
            <a:off x="15343198" y="6816125"/>
            <a:ext cx="1037929" cy="1564002"/>
          </a:xfrm>
          <a:custGeom>
            <a:avLst/>
            <a:gdLst/>
            <a:ahLst/>
            <a:cxnLst/>
            <a:rect r="r" b="b" t="t" l="l"/>
            <a:pathLst>
              <a:path h="1564002" w="1037929">
                <a:moveTo>
                  <a:pt x="0" y="0"/>
                </a:moveTo>
                <a:lnTo>
                  <a:pt x="1037928" y="0"/>
                </a:lnTo>
                <a:lnTo>
                  <a:pt x="1037928" y="1564002"/>
                </a:lnTo>
                <a:lnTo>
                  <a:pt x="0" y="156400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AutoShape 63" id="63"/>
          <p:cNvSpPr/>
          <p:nvPr/>
        </p:nvSpPr>
        <p:spPr>
          <a:xfrm flipH="true" flipV="true">
            <a:off x="13329686" y="2665286"/>
            <a:ext cx="1444633" cy="147481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 flipH="true">
            <a:off x="13329686" y="2665286"/>
            <a:ext cx="1385250" cy="146719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 flipH="true">
            <a:off x="15247924" y="4857565"/>
            <a:ext cx="1474813" cy="142761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 flipH="true">
            <a:off x="13329686" y="6860719"/>
            <a:ext cx="1431557" cy="146140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7" id="67"/>
          <p:cNvSpPr/>
          <p:nvPr/>
        </p:nvSpPr>
        <p:spPr>
          <a:xfrm flipH="true" flipV="true">
            <a:off x="15257135" y="4857565"/>
            <a:ext cx="1465601" cy="147481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8" id="68"/>
          <p:cNvSpPr/>
          <p:nvPr/>
        </p:nvSpPr>
        <p:spPr>
          <a:xfrm flipH="true" flipV="true">
            <a:off x="13312789" y="6882640"/>
            <a:ext cx="1448454" cy="143948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9" id="69"/>
          <p:cNvSpPr/>
          <p:nvPr/>
        </p:nvSpPr>
        <p:spPr>
          <a:xfrm flipV="true">
            <a:off x="15080161" y="2927773"/>
            <a:ext cx="1519407" cy="103792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0" id="70"/>
          <p:cNvSpPr/>
          <p:nvPr/>
        </p:nvSpPr>
        <p:spPr>
          <a:xfrm flipH="true" flipV="true">
            <a:off x="15122535" y="2927773"/>
            <a:ext cx="1477033" cy="103792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1" id="71"/>
          <p:cNvSpPr/>
          <p:nvPr/>
        </p:nvSpPr>
        <p:spPr>
          <a:xfrm flipH="true" flipV="true">
            <a:off x="13356149" y="5075636"/>
            <a:ext cx="1537540" cy="94571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2" id="72"/>
          <p:cNvSpPr/>
          <p:nvPr/>
        </p:nvSpPr>
        <p:spPr>
          <a:xfrm flipV="true">
            <a:off x="13356149" y="5045814"/>
            <a:ext cx="1511077" cy="100505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3" id="73"/>
          <p:cNvSpPr/>
          <p:nvPr/>
        </p:nvSpPr>
        <p:spPr>
          <a:xfrm flipH="true" flipV="true">
            <a:off x="15106410" y="7095163"/>
            <a:ext cx="1511504" cy="97640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4" id="74"/>
          <p:cNvSpPr/>
          <p:nvPr/>
        </p:nvSpPr>
        <p:spPr>
          <a:xfrm flipV="true">
            <a:off x="15122535" y="7111025"/>
            <a:ext cx="1511077" cy="100505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5" id="75"/>
          <p:cNvSpPr/>
          <p:nvPr/>
        </p:nvSpPr>
        <p:spPr>
          <a:xfrm flipV="true">
            <a:off x="13286430" y="2290414"/>
            <a:ext cx="3313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 flipV="true">
            <a:off x="13286430" y="1747489"/>
            <a:ext cx="3313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 flipV="true">
            <a:off x="13310636" y="1741689"/>
            <a:ext cx="0" cy="56189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 flipV="true">
            <a:off x="16580518" y="1728515"/>
            <a:ext cx="0" cy="56189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9" id="79"/>
          <p:cNvSpPr/>
          <p:nvPr/>
        </p:nvSpPr>
        <p:spPr>
          <a:xfrm flipV="true">
            <a:off x="13302636" y="1747489"/>
            <a:ext cx="3315278" cy="52526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0" id="80"/>
          <p:cNvSpPr/>
          <p:nvPr/>
        </p:nvSpPr>
        <p:spPr>
          <a:xfrm>
            <a:off x="13318191" y="1746783"/>
            <a:ext cx="3262328" cy="55680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124476" y="3016689"/>
            <a:ext cx="7772400" cy="4253623"/>
          </a:xfrm>
          <a:custGeom>
            <a:avLst/>
            <a:gdLst/>
            <a:ahLst/>
            <a:cxnLst/>
            <a:rect r="r" b="b" t="t" l="l"/>
            <a:pathLst>
              <a:path h="4253623" w="7772400">
                <a:moveTo>
                  <a:pt x="0" y="0"/>
                </a:moveTo>
                <a:lnTo>
                  <a:pt x="7772400" y="0"/>
                </a:lnTo>
                <a:lnTo>
                  <a:pt x="7772400" y="4253622"/>
                </a:lnTo>
                <a:lnTo>
                  <a:pt x="0" y="4253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19789" y="2092277"/>
            <a:ext cx="1433238" cy="1433238"/>
          </a:xfrm>
          <a:custGeom>
            <a:avLst/>
            <a:gdLst/>
            <a:ahLst/>
            <a:cxnLst/>
            <a:rect r="r" b="b" t="t" l="l"/>
            <a:pathLst>
              <a:path h="1433238" w="1433238">
                <a:moveTo>
                  <a:pt x="0" y="0"/>
                </a:moveTo>
                <a:lnTo>
                  <a:pt x="1433238" y="0"/>
                </a:lnTo>
                <a:lnTo>
                  <a:pt x="1433238" y="1433238"/>
                </a:lnTo>
                <a:lnTo>
                  <a:pt x="0" y="143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7782391" y="3016689"/>
            <a:ext cx="7772400" cy="4253623"/>
          </a:xfrm>
          <a:custGeom>
            <a:avLst/>
            <a:gdLst/>
            <a:ahLst/>
            <a:cxnLst/>
            <a:rect r="r" b="b" t="t" l="l"/>
            <a:pathLst>
              <a:path h="4253623" w="7772400">
                <a:moveTo>
                  <a:pt x="0" y="0"/>
                </a:moveTo>
                <a:lnTo>
                  <a:pt x="7772400" y="0"/>
                </a:lnTo>
                <a:lnTo>
                  <a:pt x="7772400" y="4253622"/>
                </a:lnTo>
                <a:lnTo>
                  <a:pt x="0" y="4253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15779" y="3801394"/>
            <a:ext cx="1068294" cy="438001"/>
          </a:xfrm>
          <a:custGeom>
            <a:avLst/>
            <a:gdLst/>
            <a:ahLst/>
            <a:cxnLst/>
            <a:rect r="r" b="b" t="t" l="l"/>
            <a:pathLst>
              <a:path h="438001" w="1068294">
                <a:moveTo>
                  <a:pt x="0" y="0"/>
                </a:moveTo>
                <a:lnTo>
                  <a:pt x="1068294" y="0"/>
                </a:lnTo>
                <a:lnTo>
                  <a:pt x="1068294" y="438001"/>
                </a:lnTo>
                <a:lnTo>
                  <a:pt x="0" y="4380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0546341" y="2498524"/>
            <a:ext cx="2358245" cy="235824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0546341" y="2498524"/>
            <a:ext cx="2312647" cy="235824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2975542" y="1729259"/>
            <a:ext cx="0" cy="36301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>
            <a:off x="10425192" y="2119784"/>
            <a:ext cx="2550350" cy="1011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6288334" y="2096827"/>
            <a:ext cx="1433238" cy="1433238"/>
          </a:xfrm>
          <a:custGeom>
            <a:avLst/>
            <a:gdLst/>
            <a:ahLst/>
            <a:cxnLst/>
            <a:rect r="r" b="b" t="t" l="l"/>
            <a:pathLst>
              <a:path h="1433238" w="1433238">
                <a:moveTo>
                  <a:pt x="0" y="0"/>
                </a:moveTo>
                <a:lnTo>
                  <a:pt x="1433238" y="0"/>
                </a:lnTo>
                <a:lnTo>
                  <a:pt x="1433238" y="1433238"/>
                </a:lnTo>
                <a:lnTo>
                  <a:pt x="0" y="143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333307" y="4589894"/>
            <a:ext cx="1433238" cy="1433238"/>
          </a:xfrm>
          <a:custGeom>
            <a:avLst/>
            <a:gdLst/>
            <a:ahLst/>
            <a:cxnLst/>
            <a:rect r="r" b="b" t="t" l="l"/>
            <a:pathLst>
              <a:path h="1433238" w="1433238">
                <a:moveTo>
                  <a:pt x="0" y="0"/>
                </a:moveTo>
                <a:lnTo>
                  <a:pt x="1433238" y="0"/>
                </a:lnTo>
                <a:lnTo>
                  <a:pt x="1433238" y="1433238"/>
                </a:lnTo>
                <a:lnTo>
                  <a:pt x="0" y="143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232679" y="4589894"/>
            <a:ext cx="1433238" cy="1433238"/>
          </a:xfrm>
          <a:custGeom>
            <a:avLst/>
            <a:gdLst/>
            <a:ahLst/>
            <a:cxnLst/>
            <a:rect r="r" b="b" t="t" l="l"/>
            <a:pathLst>
              <a:path h="1433238" w="1433238">
                <a:moveTo>
                  <a:pt x="0" y="0"/>
                </a:moveTo>
                <a:lnTo>
                  <a:pt x="1433238" y="0"/>
                </a:lnTo>
                <a:lnTo>
                  <a:pt x="1433238" y="1433238"/>
                </a:lnTo>
                <a:lnTo>
                  <a:pt x="0" y="143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263893" y="6861182"/>
            <a:ext cx="1433238" cy="1433238"/>
          </a:xfrm>
          <a:custGeom>
            <a:avLst/>
            <a:gdLst/>
            <a:ahLst/>
            <a:cxnLst/>
            <a:rect r="r" b="b" t="t" l="l"/>
            <a:pathLst>
              <a:path h="1433238" w="1433238">
                <a:moveTo>
                  <a:pt x="0" y="0"/>
                </a:moveTo>
                <a:lnTo>
                  <a:pt x="1433238" y="0"/>
                </a:lnTo>
                <a:lnTo>
                  <a:pt x="1433238" y="1433238"/>
                </a:lnTo>
                <a:lnTo>
                  <a:pt x="0" y="143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389342" y="6861182"/>
            <a:ext cx="1433238" cy="1433238"/>
          </a:xfrm>
          <a:custGeom>
            <a:avLst/>
            <a:gdLst/>
            <a:ahLst/>
            <a:cxnLst/>
            <a:rect r="r" b="b" t="t" l="l"/>
            <a:pathLst>
              <a:path h="1433238" w="1433238">
                <a:moveTo>
                  <a:pt x="0" y="0"/>
                </a:moveTo>
                <a:lnTo>
                  <a:pt x="1433238" y="0"/>
                </a:lnTo>
                <a:lnTo>
                  <a:pt x="1433238" y="1433238"/>
                </a:lnTo>
                <a:lnTo>
                  <a:pt x="0" y="143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flipV="true">
            <a:off x="6319929" y="2096827"/>
            <a:ext cx="1338399" cy="135083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6319929" y="2129896"/>
            <a:ext cx="1377202" cy="138219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4346805" y="2138834"/>
            <a:ext cx="1363685" cy="137325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4333288" y="2129896"/>
            <a:ext cx="1352280" cy="13580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4360287" y="4627513"/>
            <a:ext cx="1352280" cy="13580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4368083" y="4603317"/>
            <a:ext cx="1363685" cy="137325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V="true">
            <a:off x="6263912" y="4636451"/>
            <a:ext cx="1363685" cy="137325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6263893" y="4634087"/>
            <a:ext cx="1352280" cy="13580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4429822" y="6907758"/>
            <a:ext cx="1352280" cy="13580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V="true">
            <a:off x="4445378" y="6894316"/>
            <a:ext cx="1363685" cy="137325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V="true">
            <a:off x="6319929" y="6907739"/>
            <a:ext cx="1363685" cy="137325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6304373" y="6874624"/>
            <a:ext cx="1352280" cy="13580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6446365" y="3801394"/>
            <a:ext cx="1068294" cy="438001"/>
          </a:xfrm>
          <a:custGeom>
            <a:avLst/>
            <a:gdLst/>
            <a:ahLst/>
            <a:cxnLst/>
            <a:rect r="r" b="b" t="t" l="l"/>
            <a:pathLst>
              <a:path h="438001" w="1068294">
                <a:moveTo>
                  <a:pt x="0" y="0"/>
                </a:moveTo>
                <a:lnTo>
                  <a:pt x="1068294" y="0"/>
                </a:lnTo>
                <a:lnTo>
                  <a:pt x="1068294" y="438001"/>
                </a:lnTo>
                <a:lnTo>
                  <a:pt x="0" y="4380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415151" y="6194582"/>
            <a:ext cx="1068294" cy="438001"/>
          </a:xfrm>
          <a:custGeom>
            <a:avLst/>
            <a:gdLst/>
            <a:ahLst/>
            <a:cxnLst/>
            <a:rect r="r" b="b" t="t" l="l"/>
            <a:pathLst>
              <a:path h="438001" w="1068294">
                <a:moveTo>
                  <a:pt x="0" y="0"/>
                </a:moveTo>
                <a:lnTo>
                  <a:pt x="1068294" y="0"/>
                </a:lnTo>
                <a:lnTo>
                  <a:pt x="1068294" y="438000"/>
                </a:lnTo>
                <a:lnTo>
                  <a:pt x="0" y="438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446365" y="8386395"/>
            <a:ext cx="1068294" cy="438001"/>
          </a:xfrm>
          <a:custGeom>
            <a:avLst/>
            <a:gdLst/>
            <a:ahLst/>
            <a:cxnLst/>
            <a:rect r="r" b="b" t="t" l="l"/>
            <a:pathLst>
              <a:path h="438001" w="1068294">
                <a:moveTo>
                  <a:pt x="0" y="0"/>
                </a:moveTo>
                <a:lnTo>
                  <a:pt x="1068294" y="0"/>
                </a:lnTo>
                <a:lnTo>
                  <a:pt x="1068294" y="438001"/>
                </a:lnTo>
                <a:lnTo>
                  <a:pt x="0" y="4380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4515779" y="6194582"/>
            <a:ext cx="1068294" cy="438001"/>
          </a:xfrm>
          <a:custGeom>
            <a:avLst/>
            <a:gdLst/>
            <a:ahLst/>
            <a:cxnLst/>
            <a:rect r="r" b="b" t="t" l="l"/>
            <a:pathLst>
              <a:path h="438001" w="1068294">
                <a:moveTo>
                  <a:pt x="0" y="0"/>
                </a:moveTo>
                <a:lnTo>
                  <a:pt x="1068294" y="0"/>
                </a:lnTo>
                <a:lnTo>
                  <a:pt x="1068294" y="438000"/>
                </a:lnTo>
                <a:lnTo>
                  <a:pt x="0" y="438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4571814" y="8465870"/>
            <a:ext cx="1068294" cy="438001"/>
          </a:xfrm>
          <a:custGeom>
            <a:avLst/>
            <a:gdLst/>
            <a:ahLst/>
            <a:cxnLst/>
            <a:rect r="r" b="b" t="t" l="l"/>
            <a:pathLst>
              <a:path h="438001" w="1068294">
                <a:moveTo>
                  <a:pt x="0" y="0"/>
                </a:moveTo>
                <a:lnTo>
                  <a:pt x="1068294" y="0"/>
                </a:lnTo>
                <a:lnTo>
                  <a:pt x="1068294" y="438001"/>
                </a:lnTo>
                <a:lnTo>
                  <a:pt x="0" y="4380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32" id="32"/>
          <p:cNvSpPr/>
          <p:nvPr/>
        </p:nvSpPr>
        <p:spPr>
          <a:xfrm flipV="true">
            <a:off x="6446365" y="3801394"/>
            <a:ext cx="1068294" cy="43800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H="true" flipV="true">
            <a:off x="6455365" y="3799008"/>
            <a:ext cx="1028080" cy="44038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H="true" flipV="true">
            <a:off x="4535886" y="3800201"/>
            <a:ext cx="1028080" cy="44038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flipV="true">
            <a:off x="4523005" y="3801394"/>
            <a:ext cx="1068294" cy="43800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 flipV="true">
            <a:off x="4515779" y="6176956"/>
            <a:ext cx="1068294" cy="43800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 flipH="true" flipV="true">
            <a:off x="4523280" y="6193389"/>
            <a:ext cx="1028080" cy="44038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 flipH="true" flipV="true">
            <a:off x="6447864" y="6193389"/>
            <a:ext cx="1028080" cy="44038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 flipV="true">
            <a:off x="6415151" y="6194582"/>
            <a:ext cx="1068294" cy="43800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 flipV="true">
            <a:off x="6446365" y="8404022"/>
            <a:ext cx="1068294" cy="43800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 flipH="true" flipV="true">
            <a:off x="6479078" y="8385203"/>
            <a:ext cx="1028080" cy="44038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flipH="true" flipV="true">
            <a:off x="4604527" y="8492906"/>
            <a:ext cx="1028080" cy="44038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flipV="true">
            <a:off x="4571814" y="8464446"/>
            <a:ext cx="1068294" cy="43800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4" id="44"/>
          <p:cNvSpPr/>
          <p:nvPr/>
        </p:nvSpPr>
        <p:spPr>
          <a:xfrm flipH="false" flipV="false" rot="0">
            <a:off x="10546341" y="2498524"/>
            <a:ext cx="2358245" cy="2358245"/>
          </a:xfrm>
          <a:custGeom>
            <a:avLst/>
            <a:gdLst/>
            <a:ahLst/>
            <a:cxnLst/>
            <a:rect r="r" b="b" t="t" l="l"/>
            <a:pathLst>
              <a:path h="2358245" w="2358245">
                <a:moveTo>
                  <a:pt x="0" y="0"/>
                </a:moveTo>
                <a:lnTo>
                  <a:pt x="2358246" y="0"/>
                </a:lnTo>
                <a:lnTo>
                  <a:pt x="2358246" y="2358245"/>
                </a:lnTo>
                <a:lnTo>
                  <a:pt x="0" y="23582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0546341" y="5024397"/>
            <a:ext cx="2322386" cy="952178"/>
          </a:xfrm>
          <a:custGeom>
            <a:avLst/>
            <a:gdLst/>
            <a:ahLst/>
            <a:cxnLst/>
            <a:rect r="r" b="b" t="t" l="l"/>
            <a:pathLst>
              <a:path h="952178" w="2322386">
                <a:moveTo>
                  <a:pt x="0" y="0"/>
                </a:moveTo>
                <a:lnTo>
                  <a:pt x="2322387" y="0"/>
                </a:lnTo>
                <a:lnTo>
                  <a:pt x="2322387" y="952178"/>
                </a:lnTo>
                <a:lnTo>
                  <a:pt x="0" y="9521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46" id="46"/>
          <p:cNvSpPr/>
          <p:nvPr/>
        </p:nvSpPr>
        <p:spPr>
          <a:xfrm flipV="true">
            <a:off x="10546341" y="5024397"/>
            <a:ext cx="2240910" cy="95217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 flipH="true" flipV="true">
            <a:off x="10546341" y="5024397"/>
            <a:ext cx="2304316" cy="95217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 flipH="true">
            <a:off x="10425171" y="1729259"/>
            <a:ext cx="255037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 flipV="true">
            <a:off x="10444221" y="1756766"/>
            <a:ext cx="0" cy="36301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 flipH="true" flipV="true">
            <a:off x="10444221" y="1756766"/>
            <a:ext cx="2531320" cy="34006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 flipH="true">
            <a:off x="10444221" y="1756766"/>
            <a:ext cx="2531320" cy="33551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 flipH="true">
            <a:off x="10465824" y="7420650"/>
            <a:ext cx="2509718" cy="118474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 flipH="true" flipV="true">
            <a:off x="10546341" y="7420650"/>
            <a:ext cx="2438763" cy="118474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4" id="54"/>
          <p:cNvSpPr/>
          <p:nvPr/>
        </p:nvSpPr>
        <p:spPr>
          <a:xfrm flipH="false" flipV="false" rot="-5400000">
            <a:off x="11093354" y="6793120"/>
            <a:ext cx="1264221" cy="2519280"/>
          </a:xfrm>
          <a:custGeom>
            <a:avLst/>
            <a:gdLst/>
            <a:ahLst/>
            <a:cxnLst/>
            <a:rect r="r" b="b" t="t" l="l"/>
            <a:pathLst>
              <a:path h="2519280" w="1264221">
                <a:moveTo>
                  <a:pt x="0" y="0"/>
                </a:moveTo>
                <a:lnTo>
                  <a:pt x="1264220" y="0"/>
                </a:lnTo>
                <a:lnTo>
                  <a:pt x="1264220" y="2519281"/>
                </a:lnTo>
                <a:lnTo>
                  <a:pt x="0" y="25192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-5400000">
            <a:off x="10760149" y="6054259"/>
            <a:ext cx="430736" cy="858351"/>
          </a:xfrm>
          <a:custGeom>
            <a:avLst/>
            <a:gdLst/>
            <a:ahLst/>
            <a:cxnLst/>
            <a:rect r="r" b="b" t="t" l="l"/>
            <a:pathLst>
              <a:path h="858351" w="430736">
                <a:moveTo>
                  <a:pt x="0" y="0"/>
                </a:moveTo>
                <a:lnTo>
                  <a:pt x="430736" y="0"/>
                </a:lnTo>
                <a:lnTo>
                  <a:pt x="430736" y="858351"/>
                </a:lnTo>
                <a:lnTo>
                  <a:pt x="0" y="8583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-5400000">
            <a:off x="12260043" y="6054259"/>
            <a:ext cx="430736" cy="858351"/>
          </a:xfrm>
          <a:custGeom>
            <a:avLst/>
            <a:gdLst/>
            <a:ahLst/>
            <a:cxnLst/>
            <a:rect r="r" b="b" t="t" l="l"/>
            <a:pathLst>
              <a:path h="858351" w="430736">
                <a:moveTo>
                  <a:pt x="0" y="0"/>
                </a:moveTo>
                <a:lnTo>
                  <a:pt x="430736" y="0"/>
                </a:lnTo>
                <a:lnTo>
                  <a:pt x="430736" y="858351"/>
                </a:lnTo>
                <a:lnTo>
                  <a:pt x="0" y="8583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7" id="57"/>
          <p:cNvSpPr/>
          <p:nvPr/>
        </p:nvSpPr>
        <p:spPr>
          <a:xfrm flipH="true">
            <a:off x="10548844" y="6268066"/>
            <a:ext cx="855848" cy="4118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 flipH="true">
            <a:off x="12047487" y="6285232"/>
            <a:ext cx="855848" cy="4118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9" id="59"/>
          <p:cNvSpPr/>
          <p:nvPr/>
        </p:nvSpPr>
        <p:spPr>
          <a:xfrm>
            <a:off x="12067534" y="6283924"/>
            <a:ext cx="791454" cy="41315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0" id="60"/>
          <p:cNvSpPr/>
          <p:nvPr/>
        </p:nvSpPr>
        <p:spPr>
          <a:xfrm>
            <a:off x="10579790" y="6268756"/>
            <a:ext cx="791454" cy="41315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DAHLilISFeE</dc:identifier>
  <dcterms:modified xsi:type="dcterms:W3CDTF">2011-08-01T06:04:30Z</dcterms:modified>
  <cp:revision>1</cp:revision>
  <dc:title>wireframing_pdm</dc:title>
</cp:coreProperties>
</file>